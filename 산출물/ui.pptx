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6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>
        <p:scale>
          <a:sx n="73" d="100"/>
          <a:sy n="73" d="100"/>
        </p:scale>
        <p:origin x="-312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239A9-67E2-DD33-7577-C1C199913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E4FBD5-20F6-F058-2E11-C36ED2FE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6EE86E-D45A-FB16-743C-B18A27FC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15CF8-4288-6E88-5F1A-ABE5338B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275E7-EFF1-4FE6-4CD9-86CB5227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45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60930-BEC1-09D6-4978-70640FB15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D5320E-CAFC-2DF8-4498-1B9EFD2E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183EA-DC31-2CDA-3552-AA574E3C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A8EBB-951B-A8A0-992F-6588D45C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393F9-D13A-AB96-5073-032DD142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81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39494-3C2E-1731-0E99-67A0831D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BC64C3-5522-2C52-3A3A-E73EAFE9F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E244B-9B40-4173-9B57-6C6D50CB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EE31B-B1A7-321A-C5ED-4CAF770D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D5289-4CA9-7796-D243-FB8B5EAC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04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9B64B-ADCC-1FDE-5B44-8D21B198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75E29A-D31B-335C-1F59-0CCA05FE8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9709F5-799A-BA09-A1E0-A6E9BA045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9D7028-DF91-794E-6B9A-B13DAD3F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125002-41A5-D1EE-6DE1-953B4BDD9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0CBAB-1063-3F0F-8D77-1E3B6CCE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12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C9D24-AA01-A52D-FCBD-B48533621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49099-279B-2DDB-971B-80593BEEB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C9D3F3-11BA-CCDD-6A04-FDD0E2CE8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E7B8E1-EED0-3058-1DA1-D978B7098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700685-62B9-6D03-03B4-048C5DF6C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1C2078-AE81-5840-2147-AEAB2AD1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1E36EB-2A2C-8023-8C02-A3930682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EABCF6-9471-7C1F-26E4-887BFC19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62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C0AB2-E277-D747-420B-2AA36B46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9515F2-0742-7C65-BD93-364C2616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942295-466D-4D2E-75AB-B1E72FB7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37363B-4CE7-544B-E292-EEE43A1D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2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8A0A87-7E1F-96E5-2A34-1E8655CD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2CB3D0-E1CC-AE2D-DE03-ACCD7577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59DA37-8BE3-0399-2D72-A094EB68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64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ED5E4-4C02-FAA1-2325-83232D51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D18C7-D453-AB7E-A2BC-8FC095E85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D3B48D-0809-781B-52FD-58F375616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7C9F99-2203-F46A-14BD-656EE398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3A7235-D345-7DD3-44C8-B12047EF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D7CC99-E9AC-43B3-C5B3-78AC46B5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30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D5465-50BF-FE8A-89F0-3273AA81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3D03AB-29B9-E503-59FD-4337BFCAF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327279-6E75-1613-A833-57D5809E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53DC9B-74EF-284F-A111-DFAEA10F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0BEB27-281D-BDE5-5DDC-5AB61715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A22869-7439-80F5-222E-DE389137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1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B263F-268F-527F-D4A6-0C75A654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288BD6-5832-FB8C-7A8A-0BEE34EFB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06493-7BF1-6685-120B-CA3430AB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23FFA4-DE48-5E69-FAFA-FC94DC84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EA99E-44EF-6859-3CC5-C4CFD3BC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67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D19C29-CD88-17A0-BE71-269CA8754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7ADDC7-CB6B-6470-DC1D-A6B48EAC0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D44261-6978-82AD-0DC6-94BDC6113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907F5-3587-943C-249D-B725408D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341C3-CC37-80D6-E3B6-CA0D16C5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84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D285F8-4239-4B61-9D47-DB45A8441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638A3-0AF8-8814-9756-2C9C7BE8A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A4D5A-1F11-8366-C542-F61A3A93F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2A9A1-143C-45AD-BED3-37FF08994C34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FD7F3C-777B-CC58-F886-27AFC65BB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AF420-BCEF-2327-2195-B228BCB37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D2587-C4B2-4204-9F66-157CCB0EB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22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89D87CD-95C8-D07C-9274-4A31B7E44821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D3771F-8D38-F50A-C3AD-1CC9F64F55CD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4FB05F-A7D5-85BA-08D0-1238E9DA21DB}"/>
              </a:ext>
            </a:extLst>
          </p:cNvPr>
          <p:cNvSpPr/>
          <p:nvPr/>
        </p:nvSpPr>
        <p:spPr>
          <a:xfrm>
            <a:off x="3008243" y="5088835"/>
            <a:ext cx="5976731" cy="44394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445016-C0D2-5C24-FE13-78219C1BB096}"/>
              </a:ext>
            </a:extLst>
          </p:cNvPr>
          <p:cNvSpPr/>
          <p:nvPr/>
        </p:nvSpPr>
        <p:spPr>
          <a:xfrm>
            <a:off x="1520686" y="494306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77177-F79A-163F-897C-B251948584DC}"/>
              </a:ext>
            </a:extLst>
          </p:cNvPr>
          <p:cNvSpPr txBox="1"/>
          <p:nvPr/>
        </p:nvSpPr>
        <p:spPr>
          <a:xfrm>
            <a:off x="1858615" y="2762888"/>
            <a:ext cx="1464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히</a:t>
            </a:r>
            <a:endParaRPr lang="en-US" altLang="ko-KR" sz="1000" dirty="0"/>
          </a:p>
          <a:p>
            <a:r>
              <a:rPr lang="ko-KR" altLang="en-US" sz="1000" dirty="0" err="1"/>
              <a:t>스</a:t>
            </a:r>
            <a:endParaRPr lang="en-US" altLang="ko-KR" sz="1000" dirty="0"/>
          </a:p>
          <a:p>
            <a:r>
              <a:rPr lang="ko-KR" altLang="en-US" sz="1000" dirty="0"/>
              <a:t>토</a:t>
            </a:r>
            <a:endParaRPr lang="en-US" altLang="ko-KR" sz="1000" dirty="0"/>
          </a:p>
          <a:p>
            <a:r>
              <a:rPr lang="ko-KR" altLang="en-US" sz="1000" dirty="0"/>
              <a:t>리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3EC084F-733A-22D1-36B5-8E3686169D82}"/>
              </a:ext>
            </a:extLst>
          </p:cNvPr>
          <p:cNvSpPr/>
          <p:nvPr/>
        </p:nvSpPr>
        <p:spPr>
          <a:xfrm>
            <a:off x="4157861" y="1227158"/>
            <a:ext cx="3717238" cy="15478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A168C-1039-7776-B90D-050E741052F0}"/>
              </a:ext>
            </a:extLst>
          </p:cNvPr>
          <p:cNvSpPr txBox="1"/>
          <p:nvPr/>
        </p:nvSpPr>
        <p:spPr>
          <a:xfrm>
            <a:off x="5277675" y="1759444"/>
            <a:ext cx="200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챗봇</a:t>
            </a:r>
            <a:r>
              <a:rPr lang="ko-KR" altLang="en-US" dirty="0"/>
              <a:t>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1BE2B-8D11-53FE-868F-308A2DC555DF}"/>
              </a:ext>
            </a:extLst>
          </p:cNvPr>
          <p:cNvSpPr/>
          <p:nvPr/>
        </p:nvSpPr>
        <p:spPr>
          <a:xfrm>
            <a:off x="4174431" y="3020199"/>
            <a:ext cx="3717238" cy="11873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6C01B1-7573-4C7C-0387-73F8CDF234C5}"/>
              </a:ext>
            </a:extLst>
          </p:cNvPr>
          <p:cNvSpPr txBox="1"/>
          <p:nvPr/>
        </p:nvSpPr>
        <p:spPr>
          <a:xfrm>
            <a:off x="5350565" y="3371744"/>
            <a:ext cx="200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예시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98D1EE-A66B-D3EB-964B-A32A1ED464B2}"/>
              </a:ext>
            </a:extLst>
          </p:cNvPr>
          <p:cNvSpPr txBox="1"/>
          <p:nvPr/>
        </p:nvSpPr>
        <p:spPr>
          <a:xfrm>
            <a:off x="1706217" y="500932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로그인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2F836F-125E-D616-E54E-E3909D1A298D}"/>
              </a:ext>
            </a:extLst>
          </p:cNvPr>
          <p:cNvSpPr txBox="1"/>
          <p:nvPr/>
        </p:nvSpPr>
        <p:spPr>
          <a:xfrm>
            <a:off x="1262314" y="37684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&lt;main</a:t>
            </a:r>
            <a:r>
              <a:rPr lang="ko-KR" altLang="en-US" sz="1200" dirty="0"/>
              <a:t> 화면</a:t>
            </a:r>
            <a:r>
              <a:rPr lang="en-US" altLang="ko-KR" sz="1200" dirty="0"/>
              <a:t>&gt; -  </a:t>
            </a:r>
            <a:r>
              <a:rPr lang="ko-KR" altLang="en-US" sz="1200" dirty="0"/>
              <a:t>로그인 전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4413FC-40A7-4F4B-8F7D-02973C96B73E}"/>
              </a:ext>
            </a:extLst>
          </p:cNvPr>
          <p:cNvSpPr/>
          <p:nvPr/>
        </p:nvSpPr>
        <p:spPr>
          <a:xfrm>
            <a:off x="1364974" y="826500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A4762-B550-249D-FF95-B76CCC2EAD0B}"/>
              </a:ext>
            </a:extLst>
          </p:cNvPr>
          <p:cNvSpPr txBox="1"/>
          <p:nvPr/>
        </p:nvSpPr>
        <p:spPr>
          <a:xfrm>
            <a:off x="1553816" y="927927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 설명서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185B8E-5D39-F50D-CB04-CEAC0E7928B3}"/>
              </a:ext>
            </a:extLst>
          </p:cNvPr>
          <p:cNvSpPr/>
          <p:nvPr/>
        </p:nvSpPr>
        <p:spPr>
          <a:xfrm>
            <a:off x="1364975" y="1185634"/>
            <a:ext cx="1318591" cy="43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0BA562-77D9-FCE5-614C-B94A84812CBF}"/>
              </a:ext>
            </a:extLst>
          </p:cNvPr>
          <p:cNvSpPr txBox="1"/>
          <p:nvPr/>
        </p:nvSpPr>
        <p:spPr>
          <a:xfrm>
            <a:off x="1795668" y="1293382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알림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15963A-4EB3-F0CF-7CEA-C838D7B1B95D}"/>
              </a:ext>
            </a:extLst>
          </p:cNvPr>
          <p:cNvSpPr/>
          <p:nvPr/>
        </p:nvSpPr>
        <p:spPr>
          <a:xfrm>
            <a:off x="1364972" y="1592476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B5D5A9-3471-09F9-57C1-088DFC74F19F}"/>
              </a:ext>
            </a:extLst>
          </p:cNvPr>
          <p:cNvSpPr txBox="1"/>
          <p:nvPr/>
        </p:nvSpPr>
        <p:spPr>
          <a:xfrm>
            <a:off x="1692965" y="1700222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새채팅</a:t>
            </a:r>
            <a:r>
              <a:rPr lang="ko-KR" altLang="en-US" sz="10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71C12-4A88-EF27-56C2-EC23A8616F30}"/>
              </a:ext>
            </a:extLst>
          </p:cNvPr>
          <p:cNvSpPr txBox="1"/>
          <p:nvPr/>
        </p:nvSpPr>
        <p:spPr>
          <a:xfrm>
            <a:off x="1692964" y="5284801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회원가입 </a:t>
            </a:r>
          </a:p>
        </p:txBody>
      </p:sp>
    </p:spTree>
    <p:extLst>
      <p:ext uri="{BB962C8B-B14F-4D97-AF65-F5344CB8AC3E}">
        <p14:creationId xmlns:p14="http://schemas.microsoft.com/office/powerpoint/2010/main" val="328689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D8A1-4EF3-0DAC-9E8D-127DF423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25820B2-CD9F-7114-DE12-387F5D169B1E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F46E0F-DCFD-1F47-1353-ABD65EF364C2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18079A9-B4FC-0AAB-43ED-15BF57D4C1AF}"/>
              </a:ext>
            </a:extLst>
          </p:cNvPr>
          <p:cNvSpPr/>
          <p:nvPr/>
        </p:nvSpPr>
        <p:spPr>
          <a:xfrm>
            <a:off x="3008243" y="5088835"/>
            <a:ext cx="5976731" cy="44394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8E828-ABFF-94CA-C471-96038ADC78FD}"/>
              </a:ext>
            </a:extLst>
          </p:cNvPr>
          <p:cNvSpPr txBox="1"/>
          <p:nvPr/>
        </p:nvSpPr>
        <p:spPr>
          <a:xfrm>
            <a:off x="1858615" y="2762888"/>
            <a:ext cx="1464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히</a:t>
            </a:r>
            <a:endParaRPr lang="en-US" altLang="ko-KR" sz="1000" dirty="0"/>
          </a:p>
          <a:p>
            <a:r>
              <a:rPr lang="ko-KR" altLang="en-US" sz="1000" dirty="0" err="1"/>
              <a:t>스</a:t>
            </a:r>
            <a:endParaRPr lang="en-US" altLang="ko-KR" sz="1000" dirty="0"/>
          </a:p>
          <a:p>
            <a:r>
              <a:rPr lang="ko-KR" altLang="en-US" sz="1000" dirty="0"/>
              <a:t>토</a:t>
            </a:r>
            <a:endParaRPr lang="en-US" altLang="ko-KR" sz="1000" dirty="0"/>
          </a:p>
          <a:p>
            <a:r>
              <a:rPr lang="ko-KR" altLang="en-US" sz="1000" dirty="0"/>
              <a:t>리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60C4000-6225-0CC9-64E0-AFDC8117F99F}"/>
              </a:ext>
            </a:extLst>
          </p:cNvPr>
          <p:cNvSpPr/>
          <p:nvPr/>
        </p:nvSpPr>
        <p:spPr>
          <a:xfrm>
            <a:off x="4157861" y="1227158"/>
            <a:ext cx="3717238" cy="15478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5D07B4-2761-65BC-630E-53E00E8EF72A}"/>
              </a:ext>
            </a:extLst>
          </p:cNvPr>
          <p:cNvSpPr txBox="1"/>
          <p:nvPr/>
        </p:nvSpPr>
        <p:spPr>
          <a:xfrm>
            <a:off x="5277675" y="1759444"/>
            <a:ext cx="200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챗봇</a:t>
            </a:r>
            <a:r>
              <a:rPr lang="ko-KR" altLang="en-US" dirty="0"/>
              <a:t>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6836DE-E0BD-DBB5-F82E-30619BB5682B}"/>
              </a:ext>
            </a:extLst>
          </p:cNvPr>
          <p:cNvSpPr/>
          <p:nvPr/>
        </p:nvSpPr>
        <p:spPr>
          <a:xfrm>
            <a:off x="4174431" y="3020199"/>
            <a:ext cx="3717238" cy="11873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62034-D73F-33EA-0EC0-917C688820C9}"/>
              </a:ext>
            </a:extLst>
          </p:cNvPr>
          <p:cNvSpPr txBox="1"/>
          <p:nvPr/>
        </p:nvSpPr>
        <p:spPr>
          <a:xfrm>
            <a:off x="5350565" y="3371744"/>
            <a:ext cx="200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예시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A075B-2066-BC44-E933-F00E7F1BC749}"/>
              </a:ext>
            </a:extLst>
          </p:cNvPr>
          <p:cNvSpPr txBox="1"/>
          <p:nvPr/>
        </p:nvSpPr>
        <p:spPr>
          <a:xfrm>
            <a:off x="1262314" y="37684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&lt;main</a:t>
            </a:r>
            <a:r>
              <a:rPr lang="ko-KR" altLang="en-US" sz="1200" dirty="0"/>
              <a:t> 화면</a:t>
            </a:r>
            <a:r>
              <a:rPr lang="en-US" altLang="ko-KR" sz="1200" dirty="0"/>
              <a:t>&gt; - </a:t>
            </a:r>
            <a:r>
              <a:rPr lang="ko-KR" altLang="en-US" sz="1200" dirty="0"/>
              <a:t>로그인 후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96427C-C6A9-0096-1EF9-C87E4A353ABE}"/>
              </a:ext>
            </a:extLst>
          </p:cNvPr>
          <p:cNvSpPr/>
          <p:nvPr/>
        </p:nvSpPr>
        <p:spPr>
          <a:xfrm>
            <a:off x="1364974" y="826500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ACDFD-9673-45EF-0637-933A10D8F556}"/>
              </a:ext>
            </a:extLst>
          </p:cNvPr>
          <p:cNvSpPr txBox="1"/>
          <p:nvPr/>
        </p:nvSpPr>
        <p:spPr>
          <a:xfrm>
            <a:off x="1553816" y="927927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 설명서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175BE9-EB1D-688A-AB93-1A7F039F6F7D}"/>
              </a:ext>
            </a:extLst>
          </p:cNvPr>
          <p:cNvSpPr/>
          <p:nvPr/>
        </p:nvSpPr>
        <p:spPr>
          <a:xfrm>
            <a:off x="1364975" y="1185634"/>
            <a:ext cx="1318591" cy="43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5D45E-DDD8-46FB-C22A-07E033C93F40}"/>
              </a:ext>
            </a:extLst>
          </p:cNvPr>
          <p:cNvSpPr txBox="1"/>
          <p:nvPr/>
        </p:nvSpPr>
        <p:spPr>
          <a:xfrm>
            <a:off x="1795668" y="1293382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알림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988A7CA-1C10-A026-562E-BE12E531E519}"/>
              </a:ext>
            </a:extLst>
          </p:cNvPr>
          <p:cNvSpPr/>
          <p:nvPr/>
        </p:nvSpPr>
        <p:spPr>
          <a:xfrm>
            <a:off x="1364972" y="1592476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C8AB86-BCA4-5026-E9BB-DC625F974C57}"/>
              </a:ext>
            </a:extLst>
          </p:cNvPr>
          <p:cNvSpPr txBox="1"/>
          <p:nvPr/>
        </p:nvSpPr>
        <p:spPr>
          <a:xfrm>
            <a:off x="1692965" y="1700222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새채팅</a:t>
            </a:r>
            <a:r>
              <a:rPr lang="ko-KR" altLang="en-US" sz="1000" dirty="0"/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7CA18A-A96C-A30F-2FAB-8EAFAA42C207}"/>
              </a:ext>
            </a:extLst>
          </p:cNvPr>
          <p:cNvSpPr/>
          <p:nvPr/>
        </p:nvSpPr>
        <p:spPr>
          <a:xfrm>
            <a:off x="1520685" y="490575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해 8">
            <a:extLst>
              <a:ext uri="{FF2B5EF4-FFF2-40B4-BE49-F238E27FC236}">
                <a16:creationId xmlns:a16="http://schemas.microsoft.com/office/drawing/2014/main" id="{2BA73BB2-73BF-DAA0-D26C-FBDA5574CA9F}"/>
              </a:ext>
            </a:extLst>
          </p:cNvPr>
          <p:cNvSpPr/>
          <p:nvPr/>
        </p:nvSpPr>
        <p:spPr>
          <a:xfrm>
            <a:off x="2219733" y="5005142"/>
            <a:ext cx="235228" cy="255105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4AE6F0-7382-E9E9-FD70-CAD63ED7A250}"/>
              </a:ext>
            </a:extLst>
          </p:cNvPr>
          <p:cNvSpPr/>
          <p:nvPr/>
        </p:nvSpPr>
        <p:spPr>
          <a:xfrm>
            <a:off x="1553816" y="5000963"/>
            <a:ext cx="546653" cy="5450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D146E-2642-67E7-59CD-55FF0FC550F4}"/>
              </a:ext>
            </a:extLst>
          </p:cNvPr>
          <p:cNvSpPr txBox="1"/>
          <p:nvPr/>
        </p:nvSpPr>
        <p:spPr>
          <a:xfrm>
            <a:off x="1951378" y="5417580"/>
            <a:ext cx="1464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로그아웃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3426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9578-33CD-BF39-85C9-A87EC3C2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E1DF49B-61A5-6CB1-95E5-030E0230C712}"/>
              </a:ext>
            </a:extLst>
          </p:cNvPr>
          <p:cNvSpPr txBox="1"/>
          <p:nvPr/>
        </p:nvSpPr>
        <p:spPr>
          <a:xfrm>
            <a:off x="1262314" y="37684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로그인 화면</a:t>
            </a:r>
            <a:r>
              <a:rPr lang="en-US" altLang="ko-KR" sz="1200" dirty="0"/>
              <a:t>&gt;</a:t>
            </a:r>
            <a:endParaRPr lang="ko-KR" altLang="en-US" sz="1400" dirty="0"/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3F1398-F5DF-D0D4-0CF8-AA266EEF9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75" y="1004247"/>
            <a:ext cx="9022650" cy="484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9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16AD4BF-160A-A5BE-A9C9-2D0FE22F2968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EB4DCF4-5C09-A300-6175-C88495A9C2A5}"/>
              </a:ext>
            </a:extLst>
          </p:cNvPr>
          <p:cNvSpPr/>
          <p:nvPr/>
        </p:nvSpPr>
        <p:spPr>
          <a:xfrm>
            <a:off x="1520685" y="490575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688459-D64F-599B-A491-9CA95279F818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4F8692-6F5B-B5C2-391B-ACCCB101CF5B}"/>
              </a:ext>
            </a:extLst>
          </p:cNvPr>
          <p:cNvSpPr/>
          <p:nvPr/>
        </p:nvSpPr>
        <p:spPr>
          <a:xfrm>
            <a:off x="1364974" y="1197556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FADA5-1052-6EBB-3056-E9D92C8C5A5B}"/>
              </a:ext>
            </a:extLst>
          </p:cNvPr>
          <p:cNvSpPr txBox="1"/>
          <p:nvPr/>
        </p:nvSpPr>
        <p:spPr>
          <a:xfrm>
            <a:off x="1553816" y="12989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 설명서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6E2152-DDC8-9B53-CB20-AB09CD3452F3}"/>
              </a:ext>
            </a:extLst>
          </p:cNvPr>
          <p:cNvSpPr/>
          <p:nvPr/>
        </p:nvSpPr>
        <p:spPr>
          <a:xfrm>
            <a:off x="1364975" y="1556690"/>
            <a:ext cx="1318591" cy="43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DD747-5A41-448A-E3B7-36E4DFF2AD5A}"/>
              </a:ext>
            </a:extLst>
          </p:cNvPr>
          <p:cNvSpPr txBox="1"/>
          <p:nvPr/>
        </p:nvSpPr>
        <p:spPr>
          <a:xfrm>
            <a:off x="1795668" y="1664438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알림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8A76B3-2E6B-4B6E-F166-424935B63845}"/>
              </a:ext>
            </a:extLst>
          </p:cNvPr>
          <p:cNvSpPr/>
          <p:nvPr/>
        </p:nvSpPr>
        <p:spPr>
          <a:xfrm>
            <a:off x="1364972" y="1963532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55E19-607A-276F-0B63-20F62799A1E8}"/>
              </a:ext>
            </a:extLst>
          </p:cNvPr>
          <p:cNvSpPr txBox="1"/>
          <p:nvPr/>
        </p:nvSpPr>
        <p:spPr>
          <a:xfrm>
            <a:off x="1692965" y="2071278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새채팅</a:t>
            </a:r>
            <a:r>
              <a:rPr lang="ko-KR" altLang="en-US" sz="10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37463-05A5-FBCF-7BB6-E2CB4626E000}"/>
              </a:ext>
            </a:extLst>
          </p:cNvPr>
          <p:cNvSpPr txBox="1"/>
          <p:nvPr/>
        </p:nvSpPr>
        <p:spPr>
          <a:xfrm>
            <a:off x="1858615" y="2762888"/>
            <a:ext cx="1464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히</a:t>
            </a:r>
            <a:endParaRPr lang="en-US" altLang="ko-KR" sz="1000" dirty="0"/>
          </a:p>
          <a:p>
            <a:r>
              <a:rPr lang="ko-KR" altLang="en-US" sz="1000" dirty="0" err="1"/>
              <a:t>스</a:t>
            </a:r>
            <a:endParaRPr lang="en-US" altLang="ko-KR" sz="1000" dirty="0"/>
          </a:p>
          <a:p>
            <a:r>
              <a:rPr lang="ko-KR" altLang="en-US" sz="1000" dirty="0"/>
              <a:t>토</a:t>
            </a:r>
            <a:endParaRPr lang="en-US" altLang="ko-KR" sz="1000" dirty="0"/>
          </a:p>
          <a:p>
            <a:r>
              <a:rPr lang="ko-KR" altLang="en-US" sz="1000" dirty="0"/>
              <a:t>리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EA380A-27A8-9371-3059-784E1D0CEA9D}"/>
              </a:ext>
            </a:extLst>
          </p:cNvPr>
          <p:cNvSpPr/>
          <p:nvPr/>
        </p:nvSpPr>
        <p:spPr>
          <a:xfrm>
            <a:off x="3045467" y="1310802"/>
            <a:ext cx="943860" cy="91177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해 18">
            <a:extLst>
              <a:ext uri="{FF2B5EF4-FFF2-40B4-BE49-F238E27FC236}">
                <a16:creationId xmlns:a16="http://schemas.microsoft.com/office/drawing/2014/main" id="{95BAB708-6EC3-9791-73FF-09D3095BEC69}"/>
              </a:ext>
            </a:extLst>
          </p:cNvPr>
          <p:cNvSpPr/>
          <p:nvPr/>
        </p:nvSpPr>
        <p:spPr>
          <a:xfrm>
            <a:off x="2219733" y="5005142"/>
            <a:ext cx="235228" cy="255105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D14CD52-C6E1-7FD3-D109-ADA4EE062BE1}"/>
              </a:ext>
            </a:extLst>
          </p:cNvPr>
          <p:cNvSpPr/>
          <p:nvPr/>
        </p:nvSpPr>
        <p:spPr>
          <a:xfrm>
            <a:off x="1553816" y="5000963"/>
            <a:ext cx="546653" cy="5450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EF04B6-E324-0E24-547D-B64303F5A6D1}"/>
              </a:ext>
            </a:extLst>
          </p:cNvPr>
          <p:cNvSpPr/>
          <p:nvPr/>
        </p:nvSpPr>
        <p:spPr>
          <a:xfrm>
            <a:off x="3071123" y="2875630"/>
            <a:ext cx="5883691" cy="16206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41E5C-2EBD-69E9-3C98-A77EC1F733C1}"/>
              </a:ext>
            </a:extLst>
          </p:cNvPr>
          <p:cNvSpPr txBox="1"/>
          <p:nvPr/>
        </p:nvSpPr>
        <p:spPr>
          <a:xfrm>
            <a:off x="4058310" y="1310802"/>
            <a:ext cx="379003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예비 창업자 </a:t>
            </a:r>
            <a:r>
              <a:rPr lang="en-US" altLang="ko-KR" sz="1200" b="1" dirty="0"/>
              <a:t>or CEO</a:t>
            </a:r>
          </a:p>
          <a:p>
            <a:endParaRPr lang="en-US" altLang="ko-KR" sz="1200" dirty="0"/>
          </a:p>
          <a:p>
            <a:r>
              <a:rPr lang="ko-KR" altLang="en-US" sz="1200" dirty="0"/>
              <a:t>이름 </a:t>
            </a:r>
            <a:r>
              <a:rPr lang="en-US" altLang="ko-KR" sz="1200" dirty="0"/>
              <a:t>:</a:t>
            </a:r>
          </a:p>
          <a:p>
            <a:r>
              <a:rPr lang="ko-KR" altLang="en-US" sz="1200" dirty="0"/>
              <a:t>이메일 </a:t>
            </a:r>
            <a:r>
              <a:rPr lang="en-US" altLang="ko-KR" sz="1200" dirty="0"/>
              <a:t>:</a:t>
            </a:r>
          </a:p>
          <a:p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6C3D2-987B-D83B-857D-F0BDBCECF67A}"/>
              </a:ext>
            </a:extLst>
          </p:cNvPr>
          <p:cNvSpPr txBox="1"/>
          <p:nvPr/>
        </p:nvSpPr>
        <p:spPr>
          <a:xfrm>
            <a:off x="3071122" y="2578253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기업 정보</a:t>
            </a:r>
            <a:endParaRPr lang="en-US" altLang="ko-KR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3D16AB-19B1-20D2-9556-55202CC8D918}"/>
              </a:ext>
            </a:extLst>
          </p:cNvPr>
          <p:cNvSpPr txBox="1"/>
          <p:nvPr/>
        </p:nvSpPr>
        <p:spPr>
          <a:xfrm>
            <a:off x="3071123" y="4562781"/>
            <a:ext cx="106359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기업 추가 </a:t>
            </a:r>
            <a:r>
              <a:rPr lang="en-US" altLang="ko-KR" sz="1200" dirty="0"/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ECEB9F-23E9-1714-B1ED-284618F7A6E9}"/>
              </a:ext>
            </a:extLst>
          </p:cNvPr>
          <p:cNvSpPr txBox="1"/>
          <p:nvPr/>
        </p:nvSpPr>
        <p:spPr>
          <a:xfrm>
            <a:off x="4232469" y="4562781"/>
            <a:ext cx="73366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편집</a:t>
            </a:r>
            <a:endParaRPr lang="en-US" altLang="ko-KR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4627D-6B03-2360-18AF-B3860ECF3E91}"/>
              </a:ext>
            </a:extLst>
          </p:cNvPr>
          <p:cNvSpPr txBox="1"/>
          <p:nvPr/>
        </p:nvSpPr>
        <p:spPr>
          <a:xfrm>
            <a:off x="3018181" y="991805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사용자 정보</a:t>
            </a:r>
            <a:endParaRPr lang="en-US" altLang="ko-KR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16D44D-95FF-CCC6-A69E-EBDED880F92E}"/>
              </a:ext>
            </a:extLst>
          </p:cNvPr>
          <p:cNvSpPr txBox="1"/>
          <p:nvPr/>
        </p:nvSpPr>
        <p:spPr>
          <a:xfrm>
            <a:off x="3157330" y="2993480"/>
            <a:ext cx="37900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기업명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사업자등록번호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대표자명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사업장 주소</a:t>
            </a:r>
            <a:r>
              <a:rPr lang="en-US" altLang="ko-KR" sz="1400" dirty="0"/>
              <a:t>(</a:t>
            </a:r>
            <a:r>
              <a:rPr lang="ko-KR" altLang="en-US" sz="1400" dirty="0"/>
              <a:t>소재지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개업일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업태 </a:t>
            </a:r>
            <a:r>
              <a:rPr lang="en-US" altLang="ko-KR" sz="1400" dirty="0"/>
              <a:t>/ </a:t>
            </a:r>
            <a:r>
              <a:rPr lang="ko-KR" altLang="en-US" sz="1400" dirty="0"/>
              <a:t>종목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46B4FB5-E6B9-82EA-E8E4-E71DC3E4C1C8}"/>
              </a:ext>
            </a:extLst>
          </p:cNvPr>
          <p:cNvSpPr/>
          <p:nvPr/>
        </p:nvSpPr>
        <p:spPr>
          <a:xfrm>
            <a:off x="5172087" y="2973101"/>
            <a:ext cx="1636125" cy="2378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A548316-5AB4-5891-B3BC-C8C6F546AD0E}"/>
              </a:ext>
            </a:extLst>
          </p:cNvPr>
          <p:cNvSpPr/>
          <p:nvPr/>
        </p:nvSpPr>
        <p:spPr>
          <a:xfrm>
            <a:off x="5172087" y="3257975"/>
            <a:ext cx="1636125" cy="2378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BBC8D10-2F58-4536-4AD7-200C5A5B20E7}"/>
              </a:ext>
            </a:extLst>
          </p:cNvPr>
          <p:cNvSpPr/>
          <p:nvPr/>
        </p:nvSpPr>
        <p:spPr>
          <a:xfrm>
            <a:off x="5172087" y="3533351"/>
            <a:ext cx="1636125" cy="2378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A737E52-15D0-256D-D4AF-F2779F831F2D}"/>
              </a:ext>
            </a:extLst>
          </p:cNvPr>
          <p:cNvSpPr/>
          <p:nvPr/>
        </p:nvSpPr>
        <p:spPr>
          <a:xfrm>
            <a:off x="5182247" y="3807671"/>
            <a:ext cx="1636125" cy="2378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4729CB-8757-FBD3-D53A-0340A6BB49C4}"/>
              </a:ext>
            </a:extLst>
          </p:cNvPr>
          <p:cNvSpPr/>
          <p:nvPr/>
        </p:nvSpPr>
        <p:spPr>
          <a:xfrm>
            <a:off x="5182247" y="4081991"/>
            <a:ext cx="1636125" cy="2378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2E1D94-A21F-EDC8-64E3-C714DDDAFBD1}"/>
              </a:ext>
            </a:extLst>
          </p:cNvPr>
          <p:cNvSpPr txBox="1"/>
          <p:nvPr/>
        </p:nvSpPr>
        <p:spPr>
          <a:xfrm>
            <a:off x="1262314" y="36668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설정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화면</a:t>
            </a:r>
            <a:r>
              <a:rPr lang="en-US" altLang="ko-KR" sz="1200" dirty="0"/>
              <a:t>&gt;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195D235-47EE-AD82-D579-BAC6A5308108}"/>
              </a:ext>
            </a:extLst>
          </p:cNvPr>
          <p:cNvSpPr/>
          <p:nvPr/>
        </p:nvSpPr>
        <p:spPr>
          <a:xfrm>
            <a:off x="1364974" y="833354"/>
            <a:ext cx="1318591" cy="384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5EB8D-CD5A-F610-0036-10FE8E837559}"/>
              </a:ext>
            </a:extLst>
          </p:cNvPr>
          <p:cNvSpPr txBox="1"/>
          <p:nvPr/>
        </p:nvSpPr>
        <p:spPr>
          <a:xfrm>
            <a:off x="1553816" y="8925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마이페이지 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3F8BE53-5D74-C19B-F755-07BDFD578228}"/>
              </a:ext>
            </a:extLst>
          </p:cNvPr>
          <p:cNvSpPr/>
          <p:nvPr/>
        </p:nvSpPr>
        <p:spPr>
          <a:xfrm>
            <a:off x="2146135" y="4905751"/>
            <a:ext cx="381715" cy="4451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84DAE8A-20F2-AF34-F4E7-BDB9DC8A7DB6}"/>
              </a:ext>
            </a:extLst>
          </p:cNvPr>
          <p:cNvCxnSpPr>
            <a:cxnSpLocks/>
            <a:stCxn id="3" idx="4"/>
          </p:cNvCxnSpPr>
          <p:nvPr/>
        </p:nvCxnSpPr>
        <p:spPr>
          <a:xfrm flipH="1">
            <a:off x="2330027" y="5350933"/>
            <a:ext cx="6966" cy="833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775F889-52F6-1A2F-39ED-ADF03285270A}"/>
              </a:ext>
            </a:extLst>
          </p:cNvPr>
          <p:cNvSpPr txBox="1"/>
          <p:nvPr/>
        </p:nvSpPr>
        <p:spPr>
          <a:xfrm>
            <a:off x="2094311" y="6214315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설정</a:t>
            </a:r>
            <a:endParaRPr lang="en-US" altLang="ko-KR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D4F6A-312F-FCD8-69AA-5000C14D21C0}"/>
              </a:ext>
            </a:extLst>
          </p:cNvPr>
          <p:cNvSpPr txBox="1"/>
          <p:nvPr/>
        </p:nvSpPr>
        <p:spPr>
          <a:xfrm>
            <a:off x="1951378" y="5417580"/>
            <a:ext cx="1464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로그아웃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684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10E2-71EA-55DA-9120-46346217A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ED662EB-F70A-AA42-2258-D5BCE003662D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4908A31-B513-4854-28A9-DF74D7D78799}"/>
              </a:ext>
            </a:extLst>
          </p:cNvPr>
          <p:cNvSpPr/>
          <p:nvPr/>
        </p:nvSpPr>
        <p:spPr>
          <a:xfrm>
            <a:off x="1520685" y="490575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DE61B9-991A-10A3-1AD4-4E41D9184841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B7B521-5935-750F-EDE3-5BF438B8146E}"/>
              </a:ext>
            </a:extLst>
          </p:cNvPr>
          <p:cNvSpPr txBox="1"/>
          <p:nvPr/>
        </p:nvSpPr>
        <p:spPr>
          <a:xfrm>
            <a:off x="1858615" y="2762888"/>
            <a:ext cx="1464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히</a:t>
            </a:r>
            <a:endParaRPr lang="en-US" altLang="ko-KR" sz="1000" dirty="0"/>
          </a:p>
          <a:p>
            <a:r>
              <a:rPr lang="ko-KR" altLang="en-US" sz="1000" dirty="0" err="1"/>
              <a:t>스</a:t>
            </a:r>
            <a:endParaRPr lang="en-US" altLang="ko-KR" sz="1000" dirty="0"/>
          </a:p>
          <a:p>
            <a:r>
              <a:rPr lang="ko-KR" altLang="en-US" sz="1000" dirty="0"/>
              <a:t>토</a:t>
            </a:r>
            <a:endParaRPr lang="en-US" altLang="ko-KR" sz="1000" dirty="0"/>
          </a:p>
          <a:p>
            <a:r>
              <a:rPr lang="ko-KR" altLang="en-US" sz="1000" dirty="0"/>
              <a:t>리 </a:t>
            </a:r>
          </a:p>
        </p:txBody>
      </p:sp>
      <p:sp>
        <p:nvSpPr>
          <p:cNvPr id="19" name="해 18">
            <a:extLst>
              <a:ext uri="{FF2B5EF4-FFF2-40B4-BE49-F238E27FC236}">
                <a16:creationId xmlns:a16="http://schemas.microsoft.com/office/drawing/2014/main" id="{4C1BE235-83AF-833F-295F-A86E1537596A}"/>
              </a:ext>
            </a:extLst>
          </p:cNvPr>
          <p:cNvSpPr/>
          <p:nvPr/>
        </p:nvSpPr>
        <p:spPr>
          <a:xfrm>
            <a:off x="2219733" y="5005142"/>
            <a:ext cx="235228" cy="255105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48160EA-1FDE-300A-1BC5-36D92A0165E9}"/>
              </a:ext>
            </a:extLst>
          </p:cNvPr>
          <p:cNvSpPr/>
          <p:nvPr/>
        </p:nvSpPr>
        <p:spPr>
          <a:xfrm>
            <a:off x="1553816" y="5000963"/>
            <a:ext cx="546653" cy="5450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271C53-CBEE-3A91-A31E-CD7B04C9DC8F}"/>
              </a:ext>
            </a:extLst>
          </p:cNvPr>
          <p:cNvSpPr txBox="1"/>
          <p:nvPr/>
        </p:nvSpPr>
        <p:spPr>
          <a:xfrm>
            <a:off x="1262314" y="36668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마이페이지 화면</a:t>
            </a:r>
            <a:r>
              <a:rPr lang="en-US" altLang="ko-KR" sz="1200" dirty="0"/>
              <a:t>&gt;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73B3C4-F6F8-736B-3399-A0DCA494F301}"/>
              </a:ext>
            </a:extLst>
          </p:cNvPr>
          <p:cNvSpPr/>
          <p:nvPr/>
        </p:nvSpPr>
        <p:spPr>
          <a:xfrm>
            <a:off x="1364974" y="1197556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2DCD9-8666-FD9F-35EF-D5F7FCBD32F3}"/>
              </a:ext>
            </a:extLst>
          </p:cNvPr>
          <p:cNvSpPr txBox="1"/>
          <p:nvPr/>
        </p:nvSpPr>
        <p:spPr>
          <a:xfrm>
            <a:off x="1553816" y="12989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 설명서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83946D-4638-3BE7-BCE8-25BF6399EC8F}"/>
              </a:ext>
            </a:extLst>
          </p:cNvPr>
          <p:cNvSpPr/>
          <p:nvPr/>
        </p:nvSpPr>
        <p:spPr>
          <a:xfrm>
            <a:off x="1364975" y="1556690"/>
            <a:ext cx="1318591" cy="43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1E1CE-7DEF-20F2-2903-94C5CCD337E3}"/>
              </a:ext>
            </a:extLst>
          </p:cNvPr>
          <p:cNvSpPr txBox="1"/>
          <p:nvPr/>
        </p:nvSpPr>
        <p:spPr>
          <a:xfrm>
            <a:off x="1795668" y="1664438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알림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5BAE6B-F594-1E7E-60F9-09CAFF9C94B2}"/>
              </a:ext>
            </a:extLst>
          </p:cNvPr>
          <p:cNvSpPr/>
          <p:nvPr/>
        </p:nvSpPr>
        <p:spPr>
          <a:xfrm>
            <a:off x="1364972" y="1963532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80250-1276-6371-9F25-DC029DEB92DC}"/>
              </a:ext>
            </a:extLst>
          </p:cNvPr>
          <p:cNvSpPr txBox="1"/>
          <p:nvPr/>
        </p:nvSpPr>
        <p:spPr>
          <a:xfrm>
            <a:off x="1692965" y="2071278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새채팅</a:t>
            </a:r>
            <a:r>
              <a:rPr lang="ko-KR" altLang="en-US" sz="1000" dirty="0"/>
              <a:t>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A96659-F259-BE08-E584-151AF7BFC5FA}"/>
              </a:ext>
            </a:extLst>
          </p:cNvPr>
          <p:cNvSpPr/>
          <p:nvPr/>
        </p:nvSpPr>
        <p:spPr>
          <a:xfrm>
            <a:off x="1364974" y="833354"/>
            <a:ext cx="1318591" cy="3849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A82A61-0F24-38AB-3306-0C0B025FF5AF}"/>
              </a:ext>
            </a:extLst>
          </p:cNvPr>
          <p:cNvSpPr txBox="1"/>
          <p:nvPr/>
        </p:nvSpPr>
        <p:spPr>
          <a:xfrm>
            <a:off x="1553816" y="8925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마이페이지 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3E95A8F2-7128-7FA1-C5CA-D33A8030B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7" t="14196" r="3415" b="35487"/>
          <a:stretch>
            <a:fillRect/>
          </a:stretch>
        </p:blipFill>
        <p:spPr bwMode="auto">
          <a:xfrm>
            <a:off x="3346172" y="1416217"/>
            <a:ext cx="3809340" cy="13549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357D10B-DD73-078E-F8AA-D2AAD2C50DE2}"/>
              </a:ext>
            </a:extLst>
          </p:cNvPr>
          <p:cNvSpPr txBox="1"/>
          <p:nvPr/>
        </p:nvSpPr>
        <p:spPr>
          <a:xfrm>
            <a:off x="3293047" y="1074445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주간 캘린더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CC2998-8259-DEFA-2A79-9FA6E9F753FC}"/>
              </a:ext>
            </a:extLst>
          </p:cNvPr>
          <p:cNvSpPr txBox="1"/>
          <p:nvPr/>
        </p:nvSpPr>
        <p:spPr>
          <a:xfrm>
            <a:off x="6908135" y="1175872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+</a:t>
            </a:r>
            <a:endParaRPr lang="ko-KR" altLang="en-US" sz="10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057562C-2A13-8FB9-9608-BE916A77CF8F}"/>
              </a:ext>
            </a:extLst>
          </p:cNvPr>
          <p:cNvSpPr/>
          <p:nvPr/>
        </p:nvSpPr>
        <p:spPr>
          <a:xfrm>
            <a:off x="6908134" y="1197095"/>
            <a:ext cx="270569" cy="1979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2BD6818-9A58-C259-9AEF-91FD3192A781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7178703" y="1296045"/>
            <a:ext cx="461614" cy="22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21548A-287B-BF39-AB9A-C9E66495AEC3}"/>
              </a:ext>
            </a:extLst>
          </p:cNvPr>
          <p:cNvSpPr/>
          <p:nvPr/>
        </p:nvSpPr>
        <p:spPr>
          <a:xfrm>
            <a:off x="3346173" y="3261239"/>
            <a:ext cx="4479236" cy="7078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24F52-4B4F-68E4-6902-9CD54E9CDE8E}"/>
              </a:ext>
            </a:extLst>
          </p:cNvPr>
          <p:cNvSpPr txBox="1"/>
          <p:nvPr/>
        </p:nvSpPr>
        <p:spPr>
          <a:xfrm>
            <a:off x="3346171" y="2963862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기업 리스트</a:t>
            </a:r>
            <a:endParaRPr lang="en-US" altLang="ko-KR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A548E0-4026-2BDF-FE79-DC7E87235964}"/>
              </a:ext>
            </a:extLst>
          </p:cNvPr>
          <p:cNvSpPr/>
          <p:nvPr/>
        </p:nvSpPr>
        <p:spPr>
          <a:xfrm>
            <a:off x="3356595" y="4459162"/>
            <a:ext cx="1318591" cy="9819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6B590B-9A81-1247-F464-4D73EF36AA99}"/>
              </a:ext>
            </a:extLst>
          </p:cNvPr>
          <p:cNvSpPr txBox="1"/>
          <p:nvPr/>
        </p:nvSpPr>
        <p:spPr>
          <a:xfrm>
            <a:off x="3388672" y="4125901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기업 대시보드</a:t>
            </a:r>
            <a:endParaRPr lang="en-US" altLang="ko-KR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1BB796-4FA2-3AC9-2774-66CFB1B2E970}"/>
              </a:ext>
            </a:extLst>
          </p:cNvPr>
          <p:cNvSpPr/>
          <p:nvPr/>
        </p:nvSpPr>
        <p:spPr>
          <a:xfrm>
            <a:off x="4983726" y="4459162"/>
            <a:ext cx="1439187" cy="9819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E20C8D-FD7A-9F5B-437A-0B0FFEE4E338}"/>
              </a:ext>
            </a:extLst>
          </p:cNvPr>
          <p:cNvSpPr txBox="1"/>
          <p:nvPr/>
        </p:nvSpPr>
        <p:spPr>
          <a:xfrm>
            <a:off x="3580115" y="4811635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뉴스 정보</a:t>
            </a:r>
            <a:endParaRPr lang="en-US" altLang="ko-KR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941A0-A40A-7778-8623-2DD413E79058}"/>
              </a:ext>
            </a:extLst>
          </p:cNvPr>
          <p:cNvSpPr txBox="1"/>
          <p:nvPr/>
        </p:nvSpPr>
        <p:spPr>
          <a:xfrm>
            <a:off x="5370443" y="4804861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그래프</a:t>
            </a:r>
            <a:endParaRPr lang="en-US" altLang="ko-KR" sz="1200" dirty="0"/>
          </a:p>
        </p:txBody>
      </p:sp>
      <p:pic>
        <p:nvPicPr>
          <p:cNvPr id="9" name="그림 8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2918F0-1B88-B60C-0466-2C3139BA5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508" y="1033865"/>
            <a:ext cx="2639489" cy="19823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113C6B-AF08-A882-06D1-CE416DAB4138}"/>
              </a:ext>
            </a:extLst>
          </p:cNvPr>
          <p:cNvSpPr txBox="1"/>
          <p:nvPr/>
        </p:nvSpPr>
        <p:spPr>
          <a:xfrm>
            <a:off x="1951378" y="5417580"/>
            <a:ext cx="1464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로그아웃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1793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F01AF-4238-DA53-6566-4ACF8915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07ED438-7F66-30C3-322A-3C4FA49C1595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23B76E-FD98-AACC-2922-971B60F367A5}"/>
              </a:ext>
            </a:extLst>
          </p:cNvPr>
          <p:cNvSpPr/>
          <p:nvPr/>
        </p:nvSpPr>
        <p:spPr>
          <a:xfrm>
            <a:off x="1520685" y="490575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92E649-B23F-6576-0971-B211647BD80B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해 18">
            <a:extLst>
              <a:ext uri="{FF2B5EF4-FFF2-40B4-BE49-F238E27FC236}">
                <a16:creationId xmlns:a16="http://schemas.microsoft.com/office/drawing/2014/main" id="{9E040E90-8CD4-EA70-4347-DD051C7AC9DC}"/>
              </a:ext>
            </a:extLst>
          </p:cNvPr>
          <p:cNvSpPr/>
          <p:nvPr/>
        </p:nvSpPr>
        <p:spPr>
          <a:xfrm>
            <a:off x="2219733" y="5005142"/>
            <a:ext cx="235228" cy="255105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28CB3E7-D03E-7A5D-E88A-6DB47BF8932C}"/>
              </a:ext>
            </a:extLst>
          </p:cNvPr>
          <p:cNvSpPr/>
          <p:nvPr/>
        </p:nvSpPr>
        <p:spPr>
          <a:xfrm>
            <a:off x="1553816" y="5000963"/>
            <a:ext cx="546653" cy="5450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73829D-A3A8-FEB4-E187-71B6E77033E6}"/>
              </a:ext>
            </a:extLst>
          </p:cNvPr>
          <p:cNvSpPr txBox="1"/>
          <p:nvPr/>
        </p:nvSpPr>
        <p:spPr>
          <a:xfrm>
            <a:off x="1262314" y="36668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관리자 페이지</a:t>
            </a:r>
            <a:r>
              <a:rPr lang="en-US" altLang="ko-KR" sz="1200" dirty="0"/>
              <a:t>&gt;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FB6D1B-6C4B-AC4B-218F-A56B31B8B412}"/>
              </a:ext>
            </a:extLst>
          </p:cNvPr>
          <p:cNvSpPr/>
          <p:nvPr/>
        </p:nvSpPr>
        <p:spPr>
          <a:xfrm>
            <a:off x="1364974" y="1197556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EACC4-8D24-6394-2103-DF9BF4124E58}"/>
              </a:ext>
            </a:extLst>
          </p:cNvPr>
          <p:cNvSpPr txBox="1"/>
          <p:nvPr/>
        </p:nvSpPr>
        <p:spPr>
          <a:xfrm>
            <a:off x="1553816" y="12989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사용자 관리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E02AAC-B400-CDB5-740D-D1F870AA6919}"/>
              </a:ext>
            </a:extLst>
          </p:cNvPr>
          <p:cNvSpPr/>
          <p:nvPr/>
        </p:nvSpPr>
        <p:spPr>
          <a:xfrm>
            <a:off x="1364975" y="1556690"/>
            <a:ext cx="1318591" cy="43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0F73D-D600-80A6-CC60-0FB4DCFDA1EA}"/>
              </a:ext>
            </a:extLst>
          </p:cNvPr>
          <p:cNvSpPr txBox="1"/>
          <p:nvPr/>
        </p:nvSpPr>
        <p:spPr>
          <a:xfrm>
            <a:off x="1605164" y="1652950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답변 품질 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CF6B6B-AE7F-0BBE-7B1C-0E660ABE5526}"/>
              </a:ext>
            </a:extLst>
          </p:cNvPr>
          <p:cNvSpPr/>
          <p:nvPr/>
        </p:nvSpPr>
        <p:spPr>
          <a:xfrm>
            <a:off x="1364974" y="833354"/>
            <a:ext cx="1318591" cy="3849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6D4A0-0BCA-56AA-CC07-1849DFA0D9E6}"/>
              </a:ext>
            </a:extLst>
          </p:cNvPr>
          <p:cNvSpPr txBox="1"/>
          <p:nvPr/>
        </p:nvSpPr>
        <p:spPr>
          <a:xfrm>
            <a:off x="1553816" y="8925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90CC6-EFB1-52EF-6C94-D43A8E75F341}"/>
              </a:ext>
            </a:extLst>
          </p:cNvPr>
          <p:cNvSpPr txBox="1"/>
          <p:nvPr/>
        </p:nvSpPr>
        <p:spPr>
          <a:xfrm>
            <a:off x="3293047" y="1074445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통계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69948D-757F-247D-4087-7CACB73F682F}"/>
              </a:ext>
            </a:extLst>
          </p:cNvPr>
          <p:cNvSpPr/>
          <p:nvPr/>
        </p:nvSpPr>
        <p:spPr>
          <a:xfrm>
            <a:off x="3388672" y="1459513"/>
            <a:ext cx="4773472" cy="10956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E0740-0CF3-DA1E-4842-29959A058B4D}"/>
              </a:ext>
            </a:extLst>
          </p:cNvPr>
          <p:cNvSpPr txBox="1"/>
          <p:nvPr/>
        </p:nvSpPr>
        <p:spPr>
          <a:xfrm>
            <a:off x="3293047" y="276232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서버 상태</a:t>
            </a:r>
            <a:endParaRPr lang="en-US" altLang="ko-KR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B5F039-D331-47C1-2D69-A948B51B9CD5}"/>
              </a:ext>
            </a:extLst>
          </p:cNvPr>
          <p:cNvSpPr/>
          <p:nvPr/>
        </p:nvSpPr>
        <p:spPr>
          <a:xfrm>
            <a:off x="3388672" y="3095587"/>
            <a:ext cx="4773472" cy="10956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B2FD6B-FD61-235D-B7C5-67C139560498}"/>
              </a:ext>
            </a:extLst>
          </p:cNvPr>
          <p:cNvSpPr txBox="1"/>
          <p:nvPr/>
        </p:nvSpPr>
        <p:spPr>
          <a:xfrm>
            <a:off x="1951378" y="5417580"/>
            <a:ext cx="1464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로그아웃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478367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B5A7-0512-7AE3-8544-DEBFC757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BD8C13A-DE25-1108-5DD7-393A55740645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9C13AEC-C3B7-5AEE-AFD4-59F69737E828}"/>
              </a:ext>
            </a:extLst>
          </p:cNvPr>
          <p:cNvSpPr/>
          <p:nvPr/>
        </p:nvSpPr>
        <p:spPr>
          <a:xfrm>
            <a:off x="1520685" y="490575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D2D6CC-8663-C14E-D0B5-3D3F90EEF330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해 18">
            <a:extLst>
              <a:ext uri="{FF2B5EF4-FFF2-40B4-BE49-F238E27FC236}">
                <a16:creationId xmlns:a16="http://schemas.microsoft.com/office/drawing/2014/main" id="{AE19BC15-F204-BFFF-CF98-4BED7FA69E31}"/>
              </a:ext>
            </a:extLst>
          </p:cNvPr>
          <p:cNvSpPr/>
          <p:nvPr/>
        </p:nvSpPr>
        <p:spPr>
          <a:xfrm>
            <a:off x="2219733" y="5005142"/>
            <a:ext cx="235228" cy="255105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909D7FE-9AA1-CB17-AF10-DCEAC98B0A74}"/>
              </a:ext>
            </a:extLst>
          </p:cNvPr>
          <p:cNvSpPr/>
          <p:nvPr/>
        </p:nvSpPr>
        <p:spPr>
          <a:xfrm>
            <a:off x="1553816" y="5000963"/>
            <a:ext cx="546653" cy="5450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0BC1D9-1FDD-FBBE-08B4-ABABE5C21038}"/>
              </a:ext>
            </a:extLst>
          </p:cNvPr>
          <p:cNvSpPr txBox="1"/>
          <p:nvPr/>
        </p:nvSpPr>
        <p:spPr>
          <a:xfrm>
            <a:off x="1262314" y="36668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관리자 페이지</a:t>
            </a:r>
            <a:r>
              <a:rPr lang="en-US" altLang="ko-KR" sz="1200" dirty="0"/>
              <a:t>&gt;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2F3A10-E3FA-3635-4D8D-FAAED1917F29}"/>
              </a:ext>
            </a:extLst>
          </p:cNvPr>
          <p:cNvSpPr/>
          <p:nvPr/>
        </p:nvSpPr>
        <p:spPr>
          <a:xfrm>
            <a:off x="1364974" y="1197556"/>
            <a:ext cx="1318591" cy="437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280F4-84E9-251A-AE53-AEF04CCF12B2}"/>
              </a:ext>
            </a:extLst>
          </p:cNvPr>
          <p:cNvSpPr txBox="1"/>
          <p:nvPr/>
        </p:nvSpPr>
        <p:spPr>
          <a:xfrm>
            <a:off x="1553816" y="12989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사용자 관리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937642-45D3-CAE1-18E3-BE63EBC438A6}"/>
              </a:ext>
            </a:extLst>
          </p:cNvPr>
          <p:cNvSpPr/>
          <p:nvPr/>
        </p:nvSpPr>
        <p:spPr>
          <a:xfrm>
            <a:off x="1364975" y="1556690"/>
            <a:ext cx="1318591" cy="43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E2184-6E31-02C8-894D-4C2F4B7D7A50}"/>
              </a:ext>
            </a:extLst>
          </p:cNvPr>
          <p:cNvSpPr txBox="1"/>
          <p:nvPr/>
        </p:nvSpPr>
        <p:spPr>
          <a:xfrm>
            <a:off x="1605164" y="1652950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답변 품질 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537AC6-A43B-037A-086C-07B344A999A4}"/>
              </a:ext>
            </a:extLst>
          </p:cNvPr>
          <p:cNvSpPr/>
          <p:nvPr/>
        </p:nvSpPr>
        <p:spPr>
          <a:xfrm>
            <a:off x="1364974" y="833354"/>
            <a:ext cx="1318591" cy="384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41EF3D-4BE4-8A5B-18C1-4904388A8E28}"/>
              </a:ext>
            </a:extLst>
          </p:cNvPr>
          <p:cNvSpPr txBox="1"/>
          <p:nvPr/>
        </p:nvSpPr>
        <p:spPr>
          <a:xfrm>
            <a:off x="1553816" y="8925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B359F9-CFEC-9B7E-9479-B8EBF79D9FC4}"/>
              </a:ext>
            </a:extLst>
          </p:cNvPr>
          <p:cNvSpPr txBox="1"/>
          <p:nvPr/>
        </p:nvSpPr>
        <p:spPr>
          <a:xfrm>
            <a:off x="3293047" y="1074445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사용자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56D42A-8775-801D-B864-C02F0C845080}"/>
              </a:ext>
            </a:extLst>
          </p:cNvPr>
          <p:cNvSpPr/>
          <p:nvPr/>
        </p:nvSpPr>
        <p:spPr>
          <a:xfrm>
            <a:off x="3388672" y="1459513"/>
            <a:ext cx="4755203" cy="5345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08FE30-114D-ECE8-168D-C00226FC1E95}"/>
              </a:ext>
            </a:extLst>
          </p:cNvPr>
          <p:cNvSpPr/>
          <p:nvPr/>
        </p:nvSpPr>
        <p:spPr>
          <a:xfrm>
            <a:off x="3398197" y="2142385"/>
            <a:ext cx="4755203" cy="5345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B27B31-BDD4-7159-7C89-BFBDD18A5A7F}"/>
              </a:ext>
            </a:extLst>
          </p:cNvPr>
          <p:cNvSpPr/>
          <p:nvPr/>
        </p:nvSpPr>
        <p:spPr>
          <a:xfrm>
            <a:off x="3407722" y="2780560"/>
            <a:ext cx="4755203" cy="5345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E5ABBD-9803-605F-86C2-6C0AC27140EE}"/>
              </a:ext>
            </a:extLst>
          </p:cNvPr>
          <p:cNvSpPr/>
          <p:nvPr/>
        </p:nvSpPr>
        <p:spPr>
          <a:xfrm>
            <a:off x="3398197" y="3437785"/>
            <a:ext cx="4755203" cy="5345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3B945-212E-F5F4-307E-9584DC345812}"/>
              </a:ext>
            </a:extLst>
          </p:cNvPr>
          <p:cNvSpPr txBox="1"/>
          <p:nvPr/>
        </p:nvSpPr>
        <p:spPr>
          <a:xfrm>
            <a:off x="1951378" y="5417580"/>
            <a:ext cx="1464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로그아웃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30767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DB5D-3D88-CBDB-A543-B6A37820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297AF2A-C074-D174-9C03-3AF975B95DC6}"/>
              </a:ext>
            </a:extLst>
          </p:cNvPr>
          <p:cNvSpPr/>
          <p:nvPr/>
        </p:nvSpPr>
        <p:spPr>
          <a:xfrm>
            <a:off x="1364974" y="821635"/>
            <a:ext cx="1318591" cy="4956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900FBD9-DB40-0CF5-1639-FC6C8DEA16DB}"/>
              </a:ext>
            </a:extLst>
          </p:cNvPr>
          <p:cNvSpPr/>
          <p:nvPr/>
        </p:nvSpPr>
        <p:spPr>
          <a:xfrm>
            <a:off x="1520685" y="4905751"/>
            <a:ext cx="1007165" cy="735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A12B0E-0457-67B4-7F7D-09E41CCB2312}"/>
              </a:ext>
            </a:extLst>
          </p:cNvPr>
          <p:cNvSpPr/>
          <p:nvPr/>
        </p:nvSpPr>
        <p:spPr>
          <a:xfrm>
            <a:off x="1364974" y="821635"/>
            <a:ext cx="8010939" cy="4956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해 18">
            <a:extLst>
              <a:ext uri="{FF2B5EF4-FFF2-40B4-BE49-F238E27FC236}">
                <a16:creationId xmlns:a16="http://schemas.microsoft.com/office/drawing/2014/main" id="{BF59E228-2412-99E3-E5E0-40CAE275BF76}"/>
              </a:ext>
            </a:extLst>
          </p:cNvPr>
          <p:cNvSpPr/>
          <p:nvPr/>
        </p:nvSpPr>
        <p:spPr>
          <a:xfrm>
            <a:off x="2219733" y="5005142"/>
            <a:ext cx="235228" cy="255105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A196F27-FFB0-BA4D-3E50-10058316107D}"/>
              </a:ext>
            </a:extLst>
          </p:cNvPr>
          <p:cNvSpPr/>
          <p:nvPr/>
        </p:nvSpPr>
        <p:spPr>
          <a:xfrm>
            <a:off x="1553816" y="5000963"/>
            <a:ext cx="546653" cy="5450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2E0389-4F89-6869-AC10-D531DECD3EDF}"/>
              </a:ext>
            </a:extLst>
          </p:cNvPr>
          <p:cNvSpPr txBox="1"/>
          <p:nvPr/>
        </p:nvSpPr>
        <p:spPr>
          <a:xfrm>
            <a:off x="1262314" y="366686"/>
            <a:ext cx="3790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관리자 페이지</a:t>
            </a:r>
            <a:r>
              <a:rPr lang="en-US" altLang="ko-KR" sz="1200" dirty="0"/>
              <a:t>&gt;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D87992-719E-EA25-AE01-83948E8E4132}"/>
              </a:ext>
            </a:extLst>
          </p:cNvPr>
          <p:cNvSpPr/>
          <p:nvPr/>
        </p:nvSpPr>
        <p:spPr>
          <a:xfrm>
            <a:off x="1364974" y="1197556"/>
            <a:ext cx="1318591" cy="437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5799A-E63E-AF9A-63A8-436EF52FCE24}"/>
              </a:ext>
            </a:extLst>
          </p:cNvPr>
          <p:cNvSpPr txBox="1"/>
          <p:nvPr/>
        </p:nvSpPr>
        <p:spPr>
          <a:xfrm>
            <a:off x="1553816" y="12989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사용자 관리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0303BF-85F5-6EAF-D1FE-CE487A296D3D}"/>
              </a:ext>
            </a:extLst>
          </p:cNvPr>
          <p:cNvSpPr/>
          <p:nvPr/>
        </p:nvSpPr>
        <p:spPr>
          <a:xfrm>
            <a:off x="1364975" y="1556690"/>
            <a:ext cx="1318591" cy="437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06F42-D4C7-51B4-6961-BCC08F4A1EB4}"/>
              </a:ext>
            </a:extLst>
          </p:cNvPr>
          <p:cNvSpPr txBox="1"/>
          <p:nvPr/>
        </p:nvSpPr>
        <p:spPr>
          <a:xfrm>
            <a:off x="1605164" y="1652950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답변 품질 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6AB776-7260-CC99-7D8A-8CA437EB052C}"/>
              </a:ext>
            </a:extLst>
          </p:cNvPr>
          <p:cNvSpPr/>
          <p:nvPr/>
        </p:nvSpPr>
        <p:spPr>
          <a:xfrm>
            <a:off x="1364974" y="833354"/>
            <a:ext cx="1318591" cy="384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D9E2EF-4809-E265-FFDB-CCDD419E3C8B}"/>
              </a:ext>
            </a:extLst>
          </p:cNvPr>
          <p:cNvSpPr txBox="1"/>
          <p:nvPr/>
        </p:nvSpPr>
        <p:spPr>
          <a:xfrm>
            <a:off x="1553816" y="892583"/>
            <a:ext cx="1464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6798C0-ED94-F169-26C8-04A8D92B6A09}"/>
              </a:ext>
            </a:extLst>
          </p:cNvPr>
          <p:cNvSpPr/>
          <p:nvPr/>
        </p:nvSpPr>
        <p:spPr>
          <a:xfrm>
            <a:off x="3549021" y="1315213"/>
            <a:ext cx="3642844" cy="482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3C49B2-17BE-C806-DE08-130A5DF41AEC}"/>
              </a:ext>
            </a:extLst>
          </p:cNvPr>
          <p:cNvSpPr/>
          <p:nvPr/>
        </p:nvSpPr>
        <p:spPr>
          <a:xfrm>
            <a:off x="3549021" y="1899909"/>
            <a:ext cx="3642844" cy="482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DCEFC1-EDAA-9288-5D94-A48B6802CF83}"/>
              </a:ext>
            </a:extLst>
          </p:cNvPr>
          <p:cNvSpPr/>
          <p:nvPr/>
        </p:nvSpPr>
        <p:spPr>
          <a:xfrm>
            <a:off x="7483176" y="1315213"/>
            <a:ext cx="1318591" cy="10676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D7174-A7DC-AE9D-756E-991FF1821FB0}"/>
              </a:ext>
            </a:extLst>
          </p:cNvPr>
          <p:cNvSpPr txBox="1"/>
          <p:nvPr/>
        </p:nvSpPr>
        <p:spPr>
          <a:xfrm>
            <a:off x="3549020" y="1360538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117B1-E9D6-54E0-0403-5F2629E7821D}"/>
              </a:ext>
            </a:extLst>
          </p:cNvPr>
          <p:cNvSpPr txBox="1"/>
          <p:nvPr/>
        </p:nvSpPr>
        <p:spPr>
          <a:xfrm>
            <a:off x="3549020" y="1956720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6F2092-4744-0E4B-707C-0979D6A33D48}"/>
              </a:ext>
            </a:extLst>
          </p:cNvPr>
          <p:cNvSpPr txBox="1"/>
          <p:nvPr/>
        </p:nvSpPr>
        <p:spPr>
          <a:xfrm>
            <a:off x="7543019" y="1360538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답변 품질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1C72D7-DCF1-DE6D-8BFB-221E23847183}"/>
              </a:ext>
            </a:extLst>
          </p:cNvPr>
          <p:cNvSpPr/>
          <p:nvPr/>
        </p:nvSpPr>
        <p:spPr>
          <a:xfrm>
            <a:off x="3532088" y="2680038"/>
            <a:ext cx="3642844" cy="482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5D66F9-EEB7-52C3-7584-D9448C991D3C}"/>
              </a:ext>
            </a:extLst>
          </p:cNvPr>
          <p:cNvSpPr/>
          <p:nvPr/>
        </p:nvSpPr>
        <p:spPr>
          <a:xfrm>
            <a:off x="3532088" y="3264734"/>
            <a:ext cx="3642844" cy="482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C67393-C807-08C3-3B2B-53916CDC0DBD}"/>
              </a:ext>
            </a:extLst>
          </p:cNvPr>
          <p:cNvSpPr/>
          <p:nvPr/>
        </p:nvSpPr>
        <p:spPr>
          <a:xfrm>
            <a:off x="7466243" y="2680038"/>
            <a:ext cx="1318591" cy="10676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498599-4069-7C6C-A74D-FA093447EF2A}"/>
              </a:ext>
            </a:extLst>
          </p:cNvPr>
          <p:cNvSpPr txBox="1"/>
          <p:nvPr/>
        </p:nvSpPr>
        <p:spPr>
          <a:xfrm>
            <a:off x="3532087" y="2725363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E80B2-6F24-8FB6-ACC7-2734C0F6CE72}"/>
              </a:ext>
            </a:extLst>
          </p:cNvPr>
          <p:cNvSpPr txBox="1"/>
          <p:nvPr/>
        </p:nvSpPr>
        <p:spPr>
          <a:xfrm>
            <a:off x="3532087" y="3321545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7753A-0577-5ABF-0C5B-DD7D21015FEE}"/>
              </a:ext>
            </a:extLst>
          </p:cNvPr>
          <p:cNvSpPr txBox="1"/>
          <p:nvPr/>
        </p:nvSpPr>
        <p:spPr>
          <a:xfrm>
            <a:off x="7526086" y="2725363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답변 품질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4D393B0-DEAF-270B-BF44-93A8C2530381}"/>
              </a:ext>
            </a:extLst>
          </p:cNvPr>
          <p:cNvSpPr/>
          <p:nvPr/>
        </p:nvSpPr>
        <p:spPr>
          <a:xfrm>
            <a:off x="3562570" y="4126144"/>
            <a:ext cx="3642844" cy="482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5FBC7D-CE76-3B2D-9115-D3703822BCD9}"/>
              </a:ext>
            </a:extLst>
          </p:cNvPr>
          <p:cNvSpPr/>
          <p:nvPr/>
        </p:nvSpPr>
        <p:spPr>
          <a:xfrm>
            <a:off x="3562570" y="4710840"/>
            <a:ext cx="3642844" cy="482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51735E4-23E8-3697-4C08-2E9236F571A9}"/>
              </a:ext>
            </a:extLst>
          </p:cNvPr>
          <p:cNvSpPr/>
          <p:nvPr/>
        </p:nvSpPr>
        <p:spPr>
          <a:xfrm>
            <a:off x="7496725" y="4126144"/>
            <a:ext cx="1318591" cy="10676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9451AB-72BE-EE42-E8FA-7BA01CD43A9E}"/>
              </a:ext>
            </a:extLst>
          </p:cNvPr>
          <p:cNvSpPr txBox="1"/>
          <p:nvPr/>
        </p:nvSpPr>
        <p:spPr>
          <a:xfrm>
            <a:off x="3562569" y="4171469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52E932-A57C-3B4B-AC6A-48F5B05B5E32}"/>
              </a:ext>
            </a:extLst>
          </p:cNvPr>
          <p:cNvSpPr txBox="1"/>
          <p:nvPr/>
        </p:nvSpPr>
        <p:spPr>
          <a:xfrm>
            <a:off x="3562569" y="4767651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AD23C6-231F-1B23-DDE2-90B5661B929E}"/>
              </a:ext>
            </a:extLst>
          </p:cNvPr>
          <p:cNvSpPr txBox="1"/>
          <p:nvPr/>
        </p:nvSpPr>
        <p:spPr>
          <a:xfrm>
            <a:off x="7556568" y="4171469"/>
            <a:ext cx="138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답변 품질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514F22-6BD4-8869-B06E-96FA23969A75}"/>
              </a:ext>
            </a:extLst>
          </p:cNvPr>
          <p:cNvSpPr txBox="1"/>
          <p:nvPr/>
        </p:nvSpPr>
        <p:spPr>
          <a:xfrm>
            <a:off x="1951378" y="5417580"/>
            <a:ext cx="1464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로그아웃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4169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167</Words>
  <Application>Microsoft Office PowerPoint</Application>
  <PresentationFormat>와이드스크린</PresentationFormat>
  <Paragraphs>92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채연 안</dc:creator>
  <cp:lastModifiedBy>채연 안</cp:lastModifiedBy>
  <cp:revision>5</cp:revision>
  <dcterms:created xsi:type="dcterms:W3CDTF">2026-01-19T05:05:23Z</dcterms:created>
  <dcterms:modified xsi:type="dcterms:W3CDTF">2026-01-19T06:25:25Z</dcterms:modified>
</cp:coreProperties>
</file>